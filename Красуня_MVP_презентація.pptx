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f3221f1daf4363" /><Relationship Type="http://schemas.openxmlformats.org/officeDocument/2006/relationships/extended-properties" Target="/docProps/app.xml" Id="Rd4cd0a3d445c4400" /><Relationship Type="http://schemas.openxmlformats.org/officeDocument/2006/relationships/officeDocument" Target="/ppt/presentation.xml" Id="R64da9092377745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3f67aac6c54879"/>
  </p:sldMasterIdLst>
  <p:notesMasterIdLst>
    <p:notesMasterId xmlns:r="http://schemas.openxmlformats.org/officeDocument/2006/relationships" r:id="R774bdbe7ae794e7d"/>
  </p:notesMasterIdLst>
  <p:sldIdLst>
    <p:sldId xmlns:r="http://schemas.openxmlformats.org/officeDocument/2006/relationships" id="256" r:id="R9941244e871b45c4"/>
    <p:sldId xmlns:r="http://schemas.openxmlformats.org/officeDocument/2006/relationships" id="257" r:id="R3e9ad2d36c5f40b1"/>
    <p:sldId xmlns:r="http://schemas.openxmlformats.org/officeDocument/2006/relationships" id="258" r:id="R018f1bdfe41842cf"/>
    <p:sldId xmlns:r="http://schemas.openxmlformats.org/officeDocument/2006/relationships" id="259" r:id="Raf60ce87dfdd4384"/>
    <p:sldId xmlns:r="http://schemas.openxmlformats.org/officeDocument/2006/relationships" id="260" r:id="Rc5f4999d6d5b47bd"/>
    <p:sldId xmlns:r="http://schemas.openxmlformats.org/officeDocument/2006/relationships" id="261" r:id="Rafd4ad2db0f146ba"/>
    <p:sldId xmlns:r="http://schemas.openxmlformats.org/officeDocument/2006/relationships" id="262" r:id="R66ff659bde5e4b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f989a0ac9749a4" /><Relationship Type="http://schemas.openxmlformats.org/officeDocument/2006/relationships/slideMaster" Target="/ppt/slideMasters/slideMaster1.xml" Id="R843f67aac6c54879" /><Relationship Type="http://schemas.openxmlformats.org/officeDocument/2006/relationships/notesMaster" Target="/ppt/notesMasters/notesMaster1.xml" Id="R774bdbe7ae794e7d" /><Relationship Type="http://schemas.openxmlformats.org/officeDocument/2006/relationships/presProps" Target="/ppt/presProps.xml" Id="R7ea169e38e1e4171" /><Relationship Type="http://schemas.openxmlformats.org/officeDocument/2006/relationships/tableStyles" Target="/ppt/tableStyles.xml" Id="R13f941e898304356" /><Relationship Type="http://schemas.openxmlformats.org/officeDocument/2006/relationships/slide" Target="/ppt/slides/slide1.xml" Id="R9941244e871b45c4" /><Relationship Type="http://schemas.openxmlformats.org/officeDocument/2006/relationships/slide" Target="/ppt/slides/slide2.xml" Id="R3e9ad2d36c5f40b1" /><Relationship Type="http://schemas.openxmlformats.org/officeDocument/2006/relationships/slide" Target="/ppt/slides/slide3.xml" Id="R018f1bdfe41842cf" /><Relationship Type="http://schemas.openxmlformats.org/officeDocument/2006/relationships/slide" Target="/ppt/slides/slide4.xml" Id="Raf60ce87dfdd4384" /><Relationship Type="http://schemas.openxmlformats.org/officeDocument/2006/relationships/slide" Target="/ppt/slides/slide5.xml" Id="Rc5f4999d6d5b47bd" /><Relationship Type="http://schemas.openxmlformats.org/officeDocument/2006/relationships/slide" Target="/ppt/slides/slide6.xml" Id="Rafd4ad2db0f146ba" /><Relationship Type="http://schemas.openxmlformats.org/officeDocument/2006/relationships/slide" Target="/ppt/slides/slide7.xml" Id="R66ff659bde5e4b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0db402b73140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3d59e5a4ee4457" /><Relationship Type="http://schemas.openxmlformats.org/officeDocument/2006/relationships/notesMaster" Target="/ppt/notesMasters/notesMaster1.xml" Id="R219acca9520348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b81e6f54da46bc" /><Relationship Type="http://schemas.openxmlformats.org/officeDocument/2006/relationships/notesMaster" Target="/ppt/notesMasters/notesMaster1.xml" Id="Rc88e1acce4a740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59379facb04b71" /><Relationship Type="http://schemas.openxmlformats.org/officeDocument/2006/relationships/notesMaster" Target="/ppt/notesMasters/notesMaster1.xml" Id="Rf7a7eb6307da42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7681d3807e410b" /><Relationship Type="http://schemas.openxmlformats.org/officeDocument/2006/relationships/notesMaster" Target="/ppt/notesMasters/notesMaster1.xml" Id="Rb56001d136ce4c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87609676374f64" /><Relationship Type="http://schemas.openxmlformats.org/officeDocument/2006/relationships/notesMaster" Target="/ppt/notesMasters/notesMaster1.xml" Id="R7627f92f15c440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c4841df0f745c4" /><Relationship Type="http://schemas.openxmlformats.org/officeDocument/2006/relationships/notesMaster" Target="/ppt/notesMasters/notesMaster1.xml" Id="R747d54cb350a45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c545d8dce045d4" /><Relationship Type="http://schemas.openxmlformats.org/officeDocument/2006/relationships/notesMaster" Target="/ppt/notesMasters/notesMaster1.xml" Id="Re0ef0ca1df9c40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Відкрити розмову з власником: це MVP, який показує, як салон може зібрати розклад, ресурси та історію клієнтів в одному робочому просторі.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Пояснення для власника: календар зберігає час, але не відповідає на питання, чи доступні одночасно потрібний майстер, кабінет і обладнання.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центральна логіка MVP. Вона пояснює, чому система корисна власнику саме в роботі зі складними сеансами та ресурсами.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власнику: це вже не концепт, а робочий локальний прототип. В інтерфейсі можна перемикати ролі, створювати запис, переносити візит та відкривати історію.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Провести ключовий демо-сценарій: обрати Glow Reset, показати два етапи, різних майстрів і ресурсів, потім змінити час на конфліктний і продемонструвати блокування.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Підкреслити, що MVP не створює три окремі продукти. Це один набір даних із трьома зрозумілими режимами роботи.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Фінал: попросити власника дати один реальний складений сеанс і правила його салону. Це дозволить перевірити MVP на практичному сценарії, а не на абстрактних даних.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dedd4f06b41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e854fbba8e424a" /><Relationship Type="http://schemas.openxmlformats.org/officeDocument/2006/relationships/slideLayout" Target="/ppt/slideLayouts/slideLayout1.xml" Id="R2c5f5fad0b294c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5f5fad0b294c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63a28ce4b4e67" /><Relationship Type="http://schemas.openxmlformats.org/officeDocument/2006/relationships/image" Target="/ppt/media/image.png" Id="R715c4c92e9854054" /><Relationship Type="http://schemas.openxmlformats.org/officeDocument/2006/relationships/image" Target="/ppt/media/image.jpeg" Id="Rbc8294a4ce5e4b7e" /><Relationship Type="http://schemas.openxmlformats.org/officeDocument/2006/relationships/notesSlide" Target="/ppt/notesSlides/notesSlide1.xml" Id="R1d30c4f8e9c445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06219dc044b6d" /><Relationship Type="http://schemas.openxmlformats.org/officeDocument/2006/relationships/notesSlide" Target="/ppt/notesSlides/notesSlide2.xml" Id="R48c4987687bc4a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ba55b5bfd4f16" /><Relationship Type="http://schemas.openxmlformats.org/officeDocument/2006/relationships/notesSlide" Target="/ppt/notesSlides/notesSlide3.xml" Id="R612cdb1acbd24f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f8932e75b48ed" /><Relationship Type="http://schemas.openxmlformats.org/officeDocument/2006/relationships/image" Target="/ppt/media/image2.jpeg" Id="R670ef8b67c144f36" /><Relationship Type="http://schemas.openxmlformats.org/officeDocument/2006/relationships/notesSlide" Target="/ppt/notesSlides/notesSlide4.xml" Id="Rf7894a5a4f6a48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b90ef1e6f4613" /><Relationship Type="http://schemas.openxmlformats.org/officeDocument/2006/relationships/notesSlide" Target="/ppt/notesSlides/notesSlide5.xml" Id="Rc7ee5a85aa2b4e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8e6d48d804b84" /><Relationship Type="http://schemas.openxmlformats.org/officeDocument/2006/relationships/notesSlide" Target="/ppt/notesSlides/notesSlide6.xml" Id="R9b5b9f5a49634c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ce2b3deb24ee8" /><Relationship Type="http://schemas.openxmlformats.org/officeDocument/2006/relationships/notesSlide" Target="/ppt/notesSlides/notesSlide7.xml" Id="R53b21e920b4f41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E5826-16F3-43B0-9481-CF061F08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3431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c4c92e9854054"/>
          <a:stretch xmlns:a="http://schemas.openxmlformats.org/drawingml/2006/main"/>
        </p:blipFill>
        <p:spPr>
          <a:xfrm xmlns:a="http://schemas.openxmlformats.org/drawingml/2006/main">
            <a:off x="914766" y="666750"/>
            <a:ext cx="1885217" cy="590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448D3-AF02-4625-A76E-03E0724E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E7C6B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7C6BB"/>
                </a:solidFill>
                <a:latin typeface="Aptos"/>
                <a:ea typeface="Aptos"/>
                <a:cs typeface="Aptos"/>
              </a:rPr>
              <a:t>MVP ДЛЯ ПОКАЗУ ВЛАСНИКУ САЛОНУ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FF6F6-D5BB-41DC-8DD4-B2AD086F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Красуня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A2438-89A2-48B5-ABCA-31A103AF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Розумний запис салону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96EAE-0802-4168-A6E8-CCC85539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D9D0D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D9D0DC"/>
                </a:solidFill>
                <a:latin typeface="Aptos"/>
                <a:ea typeface="Aptos"/>
                <a:cs typeface="Aptos"/>
              </a:rPr>
              <a:t>Один простір для розкладу, клієнтів і складних сеансів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95B91-8787-4624-A545-F4A74273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5B9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05303-1F59-4766-A174-8576CBE0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C9BEC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9BECF"/>
                </a:solidFill>
                <a:latin typeface="Aptos"/>
                <a:ea typeface="Aptos"/>
                <a:cs typeface="Aptos"/>
              </a:rPr>
              <a:t>Демо-версія · 04 вересня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5A406-7B48-449F-B68E-065E87E4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62100"/>
            <a:ext cx="4476750" cy="30289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3D3048"/>
          </a:solidFill>
          <a:ln xmlns:a="http://schemas.openxmlformats.org/drawingml/2006/main" w="9525">
            <a:solidFill>
              <a:srgbClr val="55455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294a4ce5e4b7e"/>
          <a:srcRect xmlns:a="http://schemas.openxmlformats.org/drawingml/2006/main" l="6471" t="0" r="64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1752600"/>
            <a:ext cx="4095750" cy="2647950"/>
          </a:xfrm>
          <a:prstGeom xmlns:a="http://schemas.openxmlformats.org/drawingml/2006/main" prst="roundRect">
            <a:avLst>
              <a:gd name="adj" fmla="val 575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E90AB-A2C2-4B05-BEF8-BA8FB5D0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053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E7C6B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7C6BB"/>
                </a:solidFill>
                <a:latin typeface="Aptos"/>
                <a:ea typeface="Aptos"/>
                <a:cs typeface="Aptos"/>
              </a:rPr>
              <a:t>розклад на сьогодні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58704-8A5E-4949-9B5E-42E695F9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53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 демо-записів · 2 етапи в одному сеансі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E9789-06A4-4DE9-B407-C02C5C8A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C9BEC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9BECF"/>
                </a:solidFill>
                <a:latin typeface="Aptos"/>
                <a:ea typeface="Aptos"/>
                <a:cs typeface="Aptos"/>
              </a:rPr>
              <a:t>Красуня · 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DA424-D53D-4B48-96AF-E7C26320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C9BEC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9BEC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0744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B1D824-0A72-44F5-BC6D-A38597F4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E7C6B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7C6BB"/>
                </a:solidFill>
                <a:latin typeface="Aptos"/>
                <a:ea typeface="Aptos"/>
                <a:cs typeface="Aptos"/>
              </a:rPr>
              <a:t>ЩО ПЕРЕВІРЯЄМО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55117-D020-40D8-A3AC-2F4E996E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Складний сеанс потребує більше, ніж календар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9B2B5-0450-49CB-86F8-593393A5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У записі важливо бачити не лише час, а й увесь маршрут клієнта.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CB030-2B7A-4A4F-AF90-BCE49A9F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7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Коли один візит проходить через кілька етапів, кожен етап має свої обмеження.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ED562-61A9-46D6-9EBE-B46B5BD6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MVP перевіряє цю логіку на демо-даних і не дає створити запис із конфліктами.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4EDB9-BD37-4FEF-8D6E-CE3B5B51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572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7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672EB-C713-4D93-ACC5-8B25F98F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7810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C6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МАЙСТЕР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255BB-11E7-403B-AAD3-F075FD09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52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робочі години та зайнятість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27601-BE83-447F-91C8-D4B4DF69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572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7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2395A-1A09-41FA-AB8F-B697CEDD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810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8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КАБІНЕТ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36AF0-6379-449F-A2FC-8F20249B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доступність простору на етапі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0F2B6-9BB4-4204-9B6C-6AD98829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572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7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97260-C320-4220-9F2E-99C97FF1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7810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9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0" rIns="38100" bIns="0" anchor="ctr">
            <a:normAutofit fontScale="827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ОБЛАДНАННЯ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2361F-8504-4721-8510-8E8B408F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721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конкретний ресурс під процедуру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51E0E-2709-405A-BCF2-72AA018C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4686300" cy="31242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31253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516B2-9666-4DBA-8448-2B694E67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95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E7C6B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7C6BB"/>
                </a:solidFill>
                <a:latin typeface="Aptos"/>
                <a:ea typeface="Aptos"/>
                <a:cs typeface="Aptos"/>
              </a:rPr>
              <a:t>один запис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31A51-F166-4BCB-AA59-EC148210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956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6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має бачити всю картину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D0DA1-701D-49B3-A4E4-D62D5BEB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33800"/>
            <a:ext cx="379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58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007783-E917-491D-B778-E844A4C1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767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9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25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9489E-406D-4363-BB28-5783FFCA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576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етапи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EF316-11A3-4413-AC44-E6AD121D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CFC6D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FC6D5"/>
                </a:solidFill>
                <a:latin typeface="Aptos"/>
                <a:ea typeface="Aptos"/>
                <a:cs typeface="Aptos"/>
              </a:rPr>
              <a:t>послідовність візиту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E6776-BE95-4C11-B0A5-6FA43117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767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9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25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E4E13-0B87-41CD-854A-BD7BF3A6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576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ресурси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E5AB85-141C-4666-8A07-EC80E7B2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148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CFC6D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FC6D5"/>
                </a:solidFill>
                <a:latin typeface="Aptos"/>
                <a:ea typeface="Aptos"/>
                <a:cs typeface="Aptos"/>
              </a:rPr>
              <a:t>хто і де працює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A59411-0034-4A59-B36C-FC949C14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767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9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25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0DAA40-3316-4626-A126-B7D208D6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576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перевірка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B2FBA2-D1F5-4F09-B4BE-5F83B9F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3148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CFC6D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FC6D5"/>
                </a:solidFill>
                <a:latin typeface="Aptos"/>
                <a:ea typeface="Aptos"/>
                <a:cs typeface="Aptos"/>
              </a:rPr>
              <a:t>без перетинів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9DC6CD-56FA-4251-AAA9-8BEF8757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939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98939B"/>
                </a:solidFill>
                <a:latin typeface="Aptos"/>
                <a:ea typeface="Aptos"/>
                <a:cs typeface="Aptos"/>
              </a:rPr>
              <a:t>Красуня · MVP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DE2AC9-E5F1-4EF9-B692-7C2305BA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98939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98939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2137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2C434F-BB86-47B7-9D36-85449CD3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E7C6B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7C6BB"/>
                </a:solidFill>
                <a:latin typeface="Aptos"/>
                <a:ea typeface="Aptos"/>
                <a:cs typeface="Aptos"/>
              </a:rPr>
              <a:t>ЯК ПРАЦЮЄ ПРОДУКТ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395DC-398A-42AB-BA8C-DA48B87A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Один запис зв’язує клієнта з усіма ресурсами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8683A-5243-4B10-9B91-3F9BDC26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Логіка MVP зібрана навколо складеного сеансу, а не окремої послуги.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8FFC1-47CB-4136-8956-4682564B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C6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51FBE-10CA-46A0-B80D-C81F7F58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Клієнт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89625-71B6-4D26-BC2A-738A05BE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ім’я, телефон, історія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70713-97A7-473B-B4AD-1C694FAE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718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D7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84751-CCFC-4F94-89BE-48C26B99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241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8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A5CA6-7E75-445F-8A70-7337D6F3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67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Процедура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4F2E4-FB5A-43FF-BDAB-015D2CAD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862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ціна, тривалість, етапи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D8B5A-E9F3-4735-BB25-2BD6B005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718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D7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5A5F1-515A-489F-9FA9-76E21F73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9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2D93A-AD21-4EDA-98F6-94363750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67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Ресурси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21D7A-D708-4DA4-ABC0-6C670EFC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майстер, кабінет, техніка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0A023-F50A-42A3-AC17-31268C74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718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ED7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E4EB5-686F-47C2-847A-53EDCBC0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9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FECBC-25AF-4496-9904-7A97A65E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67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Розклад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34E7B-5B84-462E-8644-E6F742AF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862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вільний слот без конфліктів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E7F08-40CF-416B-A7A8-A26E8843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6F1E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61F9DE-80E4-4203-896D-300689BA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312536"/>
                </a:solidFill>
                <a:latin typeface="Aptos"/>
                <a:ea typeface="Aptos"/>
                <a:cs typeface="Aptos"/>
              </a:rPr>
              <a:t>Результат для адміністратора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BD51E-E6B4-482C-970C-1B6EFB1A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693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Запис можна створити, перенести або підтвердити лише тоді, коли маршрут залишається здійсненним.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F31B3-1F5F-4885-A0DF-E0243822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939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98939B"/>
                </a:solidFill>
                <a:latin typeface="Aptos"/>
                <a:ea typeface="Aptos"/>
                <a:cs typeface="Aptos"/>
              </a:rPr>
              <a:t>Красуня · MVP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9E1E9C-6AEB-40D5-B8BF-DCFD4A83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98939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98939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6578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7143FC-6D03-4290-A20B-3A7B2463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E7C6B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7C6BB"/>
                </a:solidFill>
                <a:latin typeface="Aptos"/>
                <a:ea typeface="Aptos"/>
                <a:cs typeface="Aptos"/>
              </a:rPr>
              <a:t>ЩОДЕННА РОБОТА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F57B0-1723-4907-93B4-BD21E2BF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Розклад і стан салону на одному екрані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E5922-6039-4ACD-9F6E-6AC34963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Адміністратор одразу бачить ключові дані та демо-сценарій візиту.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088D5-48C7-4CE5-A516-A5AC48C5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734300" cy="384810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312536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ef8b67c144f36"/>
          <a:srcRect xmlns:a="http://schemas.openxmlformats.org/drawingml/2006/main" l="0" t="7872" r="0" b="78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209800"/>
            <a:ext cx="7391400" cy="350520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2CDCB-8EB5-45C1-85C4-58D17285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71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12536"/>
                </a:solidFill>
                <a:latin typeface="Aptos"/>
                <a:ea typeface="Aptos"/>
                <a:cs typeface="Aptos"/>
              </a:rPr>
              <a:t>Що вже є в інтерфейсі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9EFFB-8B3B-4945-B0B1-2D85EC4B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860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C6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FDC3A-45A3-4100-B4C1-CE312171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6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Розклад дня / тижня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DBCF2-557A-45B4-815C-F995370D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432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Фільтри за майстром і кабінетом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E7295-4AA6-469A-9B4F-B8CD333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718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8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5C80C-F952-4603-ABD1-D71E32ED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52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Новий запис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17818-325F-4116-B9A7-5E3C047D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290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Система одразу перевіряє доступність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6A9FC-062D-47E3-9399-A2AFCF53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576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9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18985-99E3-4053-8C5A-8B8307C9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3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Складений сеанс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BC7AA-DB1C-4AC2-BA89-77A99EE0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148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Етапи з різними майстрами та ресурсами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9E948-41CC-4DB7-BC78-CBC2C967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434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9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FA0A6-1F48-4724-9C61-FC7E5F7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24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Демо-метрики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4CDC6-8509-44DF-87E0-4AA01519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00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Завантаження, виручка, нові клієнти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BA40B-5CFA-4955-8155-95D8E5DF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292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7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E8122-BAA3-437F-8A10-9A9B23D4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6007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8939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8939B"/>
                </a:solidFill>
                <a:latin typeface="Aptos"/>
                <a:ea typeface="Aptos"/>
                <a:cs typeface="Aptos"/>
              </a:rPr>
              <a:t>Ключовий екран для щоденного демо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04DB74-CE40-4FB8-B4FD-45A3C6AB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939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98939B"/>
                </a:solidFill>
                <a:latin typeface="Aptos"/>
                <a:ea typeface="Aptos"/>
                <a:cs typeface="Aptos"/>
              </a:rPr>
              <a:t>Красуня · MVP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742F68-4320-4CED-BDDC-36B16CA9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98939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98939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24475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31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954686-DDF6-4B2E-9E29-7868F36E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E7C6B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7C6BB"/>
                </a:solidFill>
                <a:latin typeface="Aptos"/>
                <a:ea typeface="Aptos"/>
                <a:cs typeface="Aptos"/>
              </a:rPr>
              <a:t>КЛЮЧОВИЙ СЦЕНАРІЙ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9C35F-254F-4665-8491-A862940E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Glow Reset: один сеанс, два етапи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3E686-B095-4D27-BC36-4B327187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D9D0D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D9D0DC"/>
                </a:solidFill>
                <a:latin typeface="Aptos"/>
                <a:ea typeface="Aptos"/>
                <a:cs typeface="Aptos"/>
              </a:rPr>
              <a:t>Клієнт проходить маршрут через різних майстрів, кабінети та обладнання.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5D42F-7FCE-4602-94D8-9F79A8EB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E7C6B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7C6BB"/>
                </a:solidFill>
                <a:latin typeface="Aptos"/>
                <a:ea typeface="Aptos"/>
                <a:cs typeface="Aptos"/>
              </a:rPr>
              <a:t>МАРШРУТ ВІЗИТУ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7BDD2-5015-4BBF-A8FB-746B766D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C5E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4381D-FC96-4EE9-9964-AE58EBEF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C6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90172-8AE9-4D73-9DAB-441ABBD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9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Лімфодренаж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04EA3-CD39-4129-BB15-4BDB3DDA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7C6B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7C6BB"/>
                </a:solidFill>
                <a:latin typeface="Aptos"/>
                <a:ea typeface="Aptos"/>
                <a:cs typeface="Aptos"/>
              </a:rPr>
              <a:t>09:30—10:15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E5281-6303-4170-A3D6-D6577F64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004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CFC6D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FC6D5"/>
                </a:solidFill>
                <a:latin typeface="Aptos"/>
                <a:ea typeface="Aptos"/>
                <a:cs typeface="Aptos"/>
              </a:rPr>
              <a:t>Анна Левченко · Каб. 1 · Pressotherapy P-02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C204D-23A0-46A4-8BB7-7DC13BC6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8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58808-418D-4870-B6CE-4EEBA645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LED-відновлення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49797-BA82-4EBA-B4B3-6E60A275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38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B7A8C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7A8C6"/>
                </a:solidFill>
                <a:latin typeface="Aptos"/>
                <a:ea typeface="Aptos"/>
                <a:cs typeface="Aptos"/>
              </a:rPr>
              <a:t>10:20—11:30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D263F-C67D-47DC-AEB1-EFBF9101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CFC6D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FC6D5"/>
                </a:solidFill>
                <a:latin typeface="Aptos"/>
                <a:ea typeface="Aptos"/>
                <a:cs typeface="Aptos"/>
              </a:rPr>
              <a:t>Ірина Мельник · Каб. 3 · LED-маска Luma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519F1-9F3C-4465-BB18-BEC440E1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4343400" cy="29718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996E5-AEDC-44F4-BCA4-0CDC2234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62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312536"/>
                </a:solidFill>
                <a:latin typeface="Aptos"/>
                <a:ea typeface="Aptos"/>
                <a:cs typeface="Aptos"/>
              </a:rPr>
              <a:t>Зібрано без конфліктів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62FCC-8638-450B-9E15-281A06D6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19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Перевірка перед збереженням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186BB-D433-471B-B3B2-177085A5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9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1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253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62A18-63EA-4A6C-8ED4-FC4957F9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19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майстер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4F394-6AF4-4338-BECF-361FD7BF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243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9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1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253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6C6C8-7279-4BD8-BDCF-545EC8C6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кабінет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DD5282-20F2-49C7-A46D-99EB326A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100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9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1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253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1A896-59A9-4242-83BF-A62B57D9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910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обладнання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AF751-45C5-457B-B423-59BB3653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958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9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1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253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369330-8D8C-4C49-A0D2-CA575A3E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767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робочі години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9E4250-01E5-4144-8D77-5CC26EBF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10125"/>
            <a:ext cx="360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7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54DA9C-0C1B-4A97-8A57-634BCFCC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53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312536"/>
                </a:solidFill>
                <a:latin typeface="Aptos"/>
                <a:ea typeface="Aptos"/>
                <a:cs typeface="Aptos"/>
              </a:rPr>
              <a:t>09:30—11:30 · 6 800 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937ED1-B24B-46BD-83FA-C79AE0E5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C9BEC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9BECF"/>
                </a:solidFill>
                <a:latin typeface="Aptos"/>
                <a:ea typeface="Aptos"/>
                <a:cs typeface="Aptos"/>
              </a:rPr>
              <a:t>Красуня · MVP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FA35CC-F5D0-407B-B7E1-2DD6359C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C9BEC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9BEC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318135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81B43E-75A0-4836-87F0-77E36F28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E7C6B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7C6BB"/>
                </a:solidFill>
                <a:latin typeface="Aptos"/>
                <a:ea typeface="Aptos"/>
                <a:cs typeface="Aptos"/>
              </a:rPr>
              <a:t>РОЛІ В САЛОНІ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3A29E-7A7D-4108-863D-4C08B2D4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Одна система для трьох щоденних точок зору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1F8F9-AE27-4871-86F9-C128461D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Кожна роль бачить свій рівень деталізації, а дані залишаються пов’язаними.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E6C82-3A6A-45ED-9521-6832CDE7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85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6F1EB"/>
          </a:solidFill>
          <a:ln xmlns:a="http://schemas.openxmlformats.org/drawingml/2006/main" w="9525">
            <a:solidFill>
              <a:srgbClr val="DED7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C55AC-81FA-420A-A727-DFAEC708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C6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2A9DB-335C-4824-B502-C77BF75E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Адміністратор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48BCD-726B-40B5-9EEC-AF3D39F8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керує студією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F95A0-BA6F-48E5-9263-5DBCE81F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7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DFD89-9FC8-470F-A7C8-CCC0BF92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Налаштовує процедури, ресурси й команду. Створює та переносить записи. Бачить усіх клієнтів і всю історію.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E3AF1-1D6F-47C5-BC53-314F313A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81250"/>
            <a:ext cx="285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6F1EB"/>
          </a:solidFill>
          <a:ln xmlns:a="http://schemas.openxmlformats.org/drawingml/2006/main" w="9525">
            <a:solidFill>
              <a:srgbClr val="DED7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DC73A-39DC-44E5-808A-0A0F4FA9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8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1387C-CA5C-428E-8F76-5D4CCA98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Майстер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DE3F2-28D3-4A6C-9896-830B1DE6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09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веде свою роботу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1C072-A83E-4A75-AF88-094B5A18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909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7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B0F9C-4B32-42CF-8B33-E7103C5C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Бачить власний розклад, неробочий час і записи. Відкриває історію клієнтів, з якими працює.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E062D-01F4-4401-94C8-294BC8B2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81250"/>
            <a:ext cx="2857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6F1EB"/>
          </a:solidFill>
          <a:ln xmlns:a="http://schemas.openxmlformats.org/drawingml/2006/main" w="9525">
            <a:solidFill>
              <a:srgbClr val="DED7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8DF36-6F03-4F7E-A6BA-7CBAD4BC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9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C2630"/>
                </a:solidFill>
                <a:latin typeface="Aptos"/>
                <a:ea typeface="Aptos"/>
                <a:cs typeface="Aptos"/>
              </a:rPr>
              <a:t>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4F999-E46C-4C4C-849B-9F2BA6DF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Клієнт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230E8-A4B0-4341-888F-3C7F4848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9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перевіряє свій візит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F6D68-6EC9-4DEF-BE27-5422BF05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909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D7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F3103-3AA0-4C96-AE2B-56EA19A2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Переглядає свій запис, етапи сеансу та історію відвідувань у простому особистому кабінеті.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7BFA2-BDC7-4667-B2C8-220D9E36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98298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31253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0" rIns="1905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Спільна база даних: запис, клієнт, етапи, ресурси та історія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7B66E-8C3D-4374-942E-A19BD010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939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98939B"/>
                </a:solidFill>
                <a:latin typeface="Aptos"/>
                <a:ea typeface="Aptos"/>
                <a:cs typeface="Aptos"/>
              </a:rPr>
              <a:t>Красуня · MVP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7AC184-AD47-4D4D-8EA6-BF8AB310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98939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98939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75045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07B5A4-F324-40CB-8436-0D277E82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E7C6B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7C6BB"/>
                </a:solidFill>
                <a:latin typeface="Aptos"/>
                <a:ea typeface="Aptos"/>
                <a:cs typeface="Aptos"/>
              </a:rPr>
              <a:t>ПІЛОТ ІЗ САЛОНОМ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50725-EB84-4F2D-9CA6-386EADFB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Що вже готово і що потрібно перевірити разом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D3ED2-3206-4D6E-B840-5930D8D1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62606A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62606A"/>
                </a:solidFill>
                <a:latin typeface="Aptos"/>
                <a:ea typeface="Aptos"/>
                <a:cs typeface="Aptos"/>
              </a:rPr>
              <a:t>Наступний крок — пройти один реальний день салону на ваших процедурах і правилах.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85BDE-3117-43E3-A145-7A793C09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312536"/>
                </a:solidFill>
                <a:latin typeface="Aptos"/>
                <a:ea typeface="Aptos"/>
                <a:cs typeface="Aptos"/>
              </a:rPr>
              <a:t>ГОТОВО В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9961F-E489-4B72-BCD6-4B6467A5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робочий контур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D895A-B54D-4521-A746-97BAE083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C6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1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253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3BD77-B1C3-4241-AB57-33992C6B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Розклад дня та тижня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01F3F-DEA9-4D3F-B845-F3BE0F6C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8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1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253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9C6BC-68F0-4C06-8B1E-20A63EEA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Новий запис і перенесення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3C281-838F-404E-8C88-379D0AF4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9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1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253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8D3B4-EBF1-4D30-B709-AD96E590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Перевірка конфліктів ресурсів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F4AE7-6A60-4E3D-B57A-ADDDFDAE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B9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1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253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F8252-E455-408F-926D-EEAA6678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Клієнти та історія візитів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D6402-6354-4D2E-9CF9-1F8E7437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C6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1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253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7B70B-E481-44D0-B952-073528EB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Довідники процедур, кабінетів і команди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2497B-CA88-46B5-9098-71C96927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A8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1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1253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253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CA5EF-C396-4E83-B776-54A900C9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C263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C2630"/>
                </a:solidFill>
                <a:latin typeface="Aptos"/>
                <a:ea typeface="Aptos"/>
                <a:cs typeface="Aptos"/>
              </a:rPr>
              <a:t>Режими адміністратора, майстра та клієнта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C94F62-4664-4CDA-8A07-314CE20F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52650"/>
            <a:ext cx="5048250" cy="32766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31253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26B4D-A958-4972-8611-4AB2D93B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E7C6B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7C6BB"/>
                </a:solidFill>
                <a:latin typeface="Aptos"/>
                <a:ea typeface="Aptos"/>
                <a:cs typeface="Aptos"/>
              </a:rPr>
              <a:t>ПЕРЕВІРИТИ З ВЛАСНИКОМ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EA46A-6F70-40DD-B8DB-6F5CC4F2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765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один реальний сценарій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614CD-1CDA-4BDE-8399-1CDBA716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00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D5B97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D5B97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78EC0-CA99-497C-8F1D-C5C28740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процедури та ціни салону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00CACF-DA58-4940-80EA-DFF9CDD1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38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D5B97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D5B97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1FCB51-1C43-4C28-8080-2B23BD47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386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правила ресурсів і робочі години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C54797-7117-4A39-BB85-92A4D975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76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D5B97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D5B97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853F08-A760-4070-A23A-8E9DDC8C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пілот на одній філії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EC89C6-0BC7-4A4C-9DBF-653A856C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1015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58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485C0-28DE-45DC-8598-CB585823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625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E7C6B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7C6BB"/>
                </a:solidFill>
                <a:latin typeface="Aptos"/>
                <a:ea typeface="Aptos"/>
                <a:cs typeface="Aptos"/>
              </a:rPr>
              <a:t>Пропозиція: 30 хвилин на демо-прогін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2364BF-563F-4C8C-BB4F-EF410C3F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939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98939B"/>
                </a:solidFill>
                <a:latin typeface="Aptos"/>
                <a:ea typeface="Aptos"/>
                <a:cs typeface="Aptos"/>
              </a:rPr>
              <a:t>Красуня · MVP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8D6BD2-7850-45BB-ADB0-3338D63E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98939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98939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04174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2026-09-04T08:39:00.9160000Z</dcterms:created>
  <dcterms:modified xsi:type="dcterms:W3CDTF">2026-09-04T08:39:00.9160000Z</dcterms:modified>
</coreProperties>
</file>